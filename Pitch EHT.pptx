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12443-CF93-4CFB-ABED-E8FE469E5D9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4C2FB-1A4A-4CAF-9CBC-9869E351F0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66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17740-A346-4FB7-A0FA-7C30255AED21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8926D-4FCB-4C23-8F28-DEFE971770F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0810-E94B-4C17-BE71-4EDADC1BA4F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35CB-529B-4DDE-A04B-2B4070C52BB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EB65E-998B-4C41-A15C-A452ACF7EF9D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3DEAD-ECC0-456D-B772-B34F7004AB1B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EECC-6A1C-4E21-8EBB-8A30E66D156C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B9E1-8B4A-4E90-A65D-DB69DFF8228F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E19-E10F-4D5F-A2DA-2787FA96FD9B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8B699-FAFA-4173-BA00-3B173049EFF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134A-E4B8-4B4B-8A19-3916E4A874FC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5CAE7-C1FF-4374-B55E-71381D02A67F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Torrenti Sylvain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pic>
        <p:nvPicPr>
          <p:cNvPr id="8" name="Image 7" descr="Une image contenant nature, objet astronomique, Espace lointain, Univers&#10;&#10;Le contenu généré par l’IA peut être incorrect.">
            <a:extLst>
              <a:ext uri="{FF2B5EF4-FFF2-40B4-BE49-F238E27FC236}">
                <a16:creationId xmlns:a16="http://schemas.microsoft.com/office/drawing/2014/main" id="{A481E66A-7786-D2CE-A957-C3A7361E51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25780" y="359510"/>
            <a:ext cx="8092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Event Horizon Telescope (EHT)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5809" y="5091196"/>
            <a:ext cx="58923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Pitch – </a:t>
            </a:r>
            <a:r>
              <a:rPr lang="fr-FR" dirty="0">
                <a:solidFill>
                  <a:schemeClr val="bg1"/>
                </a:solidFill>
              </a:rPr>
              <a:t>Présentation du projet sur l’EHT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770E01-BA96-104C-3C21-F0C818AC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Torrenti</a:t>
            </a:r>
            <a:r>
              <a:rPr lang="en-US" dirty="0">
                <a:solidFill>
                  <a:schemeClr val="bg1"/>
                </a:solidFill>
              </a:rPr>
              <a:t> Sylvain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5562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Qu’est-ce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que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l’EHT</a:t>
            </a:r>
            <a:r>
              <a:rPr dirty="0">
                <a:solidFill>
                  <a:schemeClr val="bg1"/>
                </a:solidFill>
              </a:rPr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4416" y="2951946"/>
            <a:ext cx="30083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Réseau </a:t>
            </a:r>
            <a:r>
              <a:rPr dirty="0" err="1">
                <a:solidFill>
                  <a:schemeClr val="bg1"/>
                </a:solidFill>
              </a:rPr>
              <a:t>mondial</a:t>
            </a:r>
            <a:r>
              <a:rPr dirty="0">
                <a:solidFill>
                  <a:schemeClr val="bg1"/>
                </a:solidFill>
              </a:rPr>
              <a:t> </a:t>
            </a:r>
            <a:endParaRPr lang="fr-FR" dirty="0">
              <a:solidFill>
                <a:schemeClr val="bg1"/>
              </a:solidFill>
            </a:endParaRPr>
          </a:p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de </a:t>
            </a:r>
            <a:r>
              <a:rPr dirty="0" err="1">
                <a:solidFill>
                  <a:schemeClr val="bg1"/>
                </a:solidFill>
              </a:rPr>
              <a:t>radiotélescopes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1AB1E6-44D5-5DD3-D4BB-04711711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Torrenti</a:t>
            </a:r>
            <a:r>
              <a:rPr lang="en-US" dirty="0">
                <a:solidFill>
                  <a:schemeClr val="bg1"/>
                </a:solidFill>
              </a:rPr>
              <a:t> Sylvain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15D4D7-8F6F-27C3-0F51-4C4B976DF513}"/>
              </a:ext>
            </a:extLst>
          </p:cNvPr>
          <p:cNvSpPr txBox="1"/>
          <p:nvPr/>
        </p:nvSpPr>
        <p:spPr>
          <a:xfrm>
            <a:off x="617220" y="5081380"/>
            <a:ext cx="7909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Télescope virtuellement aussi grand que la Terre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685700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Comment </a:t>
            </a:r>
            <a:r>
              <a:rPr dirty="0" err="1">
                <a:solidFill>
                  <a:schemeClr val="bg1"/>
                </a:solidFill>
              </a:rPr>
              <a:t>fonctionne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l’EHT</a:t>
            </a:r>
            <a:r>
              <a:rPr dirty="0">
                <a:solidFill>
                  <a:schemeClr val="bg1"/>
                </a:solidFill>
              </a:rPr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0939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Stations : </a:t>
            </a:r>
            <a:r>
              <a:rPr lang="fr-FR" dirty="0">
                <a:solidFill>
                  <a:schemeClr val="bg1"/>
                </a:solidFill>
              </a:rPr>
              <a:t>Tout autour de la </a:t>
            </a:r>
            <a:r>
              <a:rPr lang="fr-FR" dirty="0" err="1">
                <a:solidFill>
                  <a:schemeClr val="bg1"/>
                </a:solidFill>
              </a:rPr>
              <a:t>planéte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3F640A-0ECB-4C51-3294-48121FA6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Torrenti Sylvain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6239EA1-E750-7E49-27D1-ECEEA4EE0368}"/>
              </a:ext>
            </a:extLst>
          </p:cNvPr>
          <p:cNvSpPr txBox="1"/>
          <p:nvPr/>
        </p:nvSpPr>
        <p:spPr>
          <a:xfrm>
            <a:off x="5691323" y="2521059"/>
            <a:ext cx="34526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Synchronisation via horloges </a:t>
            </a:r>
          </a:p>
          <a:p>
            <a:r>
              <a:rPr lang="fr-FR" sz="2800" dirty="0">
                <a:solidFill>
                  <a:schemeClr val="bg1"/>
                </a:solidFill>
              </a:rPr>
              <a:t>atomiques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EA98B4D-7F36-65CA-897B-AF59B37DBCA5}"/>
              </a:ext>
            </a:extLst>
          </p:cNvPr>
          <p:cNvSpPr txBox="1"/>
          <p:nvPr/>
        </p:nvSpPr>
        <p:spPr>
          <a:xfrm>
            <a:off x="457200" y="5327297"/>
            <a:ext cx="72449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Résolution extrême : lire un journal sur la Lune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52949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Un </a:t>
            </a:r>
            <a:r>
              <a:rPr dirty="0" err="1">
                <a:solidFill>
                  <a:schemeClr val="bg1"/>
                </a:solidFill>
              </a:rPr>
              <a:t>résultat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historique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736502"/>
            <a:ext cx="28437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Première image d’un trou noir (M87*) – 2019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42DE86-9907-58C9-98E7-331E7E62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Torrenti Sylvain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CABB1D-04A2-172D-7458-EE6D93EEF9A2}"/>
              </a:ext>
            </a:extLst>
          </p:cNvPr>
          <p:cNvSpPr txBox="1"/>
          <p:nvPr/>
        </p:nvSpPr>
        <p:spPr>
          <a:xfrm>
            <a:off x="640080" y="5584805"/>
            <a:ext cx="61762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Confirmation des prédictions d’Einstein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273344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63624"/>
            <a:ext cx="28986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Collaboration </a:t>
            </a:r>
            <a:r>
              <a:rPr dirty="0" err="1">
                <a:solidFill>
                  <a:schemeClr val="bg1"/>
                </a:solidFill>
              </a:rPr>
              <a:t>internationale</a:t>
            </a:r>
            <a:r>
              <a:rPr dirty="0">
                <a:solidFill>
                  <a:schemeClr val="bg1"/>
                </a:solidFill>
              </a:rPr>
              <a:t> : 200+ </a:t>
            </a:r>
            <a:r>
              <a:rPr dirty="0" err="1">
                <a:solidFill>
                  <a:schemeClr val="bg1"/>
                </a:solidFill>
              </a:rPr>
              <a:t>chercheurs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C2A7F3-EDF4-590B-0530-033BE8D6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Torrenti</a:t>
            </a:r>
            <a:r>
              <a:rPr lang="en-US" dirty="0">
                <a:solidFill>
                  <a:schemeClr val="bg1"/>
                </a:solidFill>
              </a:rPr>
              <a:t> Sylvain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4BB4A9-C6B7-B6AD-8E8C-E76BEC0DAC88}"/>
              </a:ext>
            </a:extLst>
          </p:cNvPr>
          <p:cNvSpPr txBox="1"/>
          <p:nvPr/>
        </p:nvSpPr>
        <p:spPr>
          <a:xfrm>
            <a:off x="5641848" y="2736502"/>
            <a:ext cx="32064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L’EHT continue d’évoluer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84131B1-B399-99EF-7DB8-FF8581F88823}"/>
              </a:ext>
            </a:extLst>
          </p:cNvPr>
          <p:cNvSpPr txBox="1"/>
          <p:nvPr/>
        </p:nvSpPr>
        <p:spPr>
          <a:xfrm>
            <a:off x="457200" y="5402243"/>
            <a:ext cx="82082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• Bientôt : images plus détaillées et films de trous noirs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109</Words>
  <Application>Microsoft Office PowerPoint</Application>
  <PresentationFormat>Affichage à l'écran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Sylvain TORRENTI</cp:lastModifiedBy>
  <cp:revision>7</cp:revision>
  <dcterms:created xsi:type="dcterms:W3CDTF">2013-01-27T09:14:16Z</dcterms:created>
  <dcterms:modified xsi:type="dcterms:W3CDTF">2025-11-24T11:47:12Z</dcterms:modified>
  <cp:category/>
</cp:coreProperties>
</file>